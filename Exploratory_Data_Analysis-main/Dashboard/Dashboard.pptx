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Venkata Sasi Kumar Avala" userId="51ad0964f9c9ac42" providerId="LiveId" clId="{AF13C41C-89D5-4E9C-B406-90658D3829B4}"/>
    <pc:docChg chg="undo redo custSel addSld delSld modSld">
      <pc:chgData name="Naga Venkata Sasi Kumar Avala" userId="51ad0964f9c9ac42" providerId="LiveId" clId="{AF13C41C-89D5-4E9C-B406-90658D3829B4}" dt="2026-02-23T15:27:43.629" v="457" actId="47"/>
      <pc:docMkLst>
        <pc:docMk/>
      </pc:docMkLst>
      <pc:sldChg chg="addSp delSp modSp new mod modTransition">
        <pc:chgData name="Naga Venkata Sasi Kumar Avala" userId="51ad0964f9c9ac42" providerId="LiveId" clId="{AF13C41C-89D5-4E9C-B406-90658D3829B4}" dt="2026-02-23T15:27:38.331" v="456" actId="14100"/>
        <pc:sldMkLst>
          <pc:docMk/>
          <pc:sldMk cId="2362938080" sldId="256"/>
        </pc:sldMkLst>
        <pc:spChg chg="add mod">
          <ac:chgData name="Naga Venkata Sasi Kumar Avala" userId="51ad0964f9c9ac42" providerId="LiveId" clId="{AF13C41C-89D5-4E9C-B406-90658D3829B4}" dt="2026-02-23T15:20:57.539" v="415" actId="1076"/>
          <ac:spMkLst>
            <pc:docMk/>
            <pc:sldMk cId="2362938080" sldId="256"/>
            <ac:spMk id="2" creationId="{9E3F3D00-F3BE-7FB2-5D4A-9A8A23FB1226}"/>
          </ac:spMkLst>
        </pc:spChg>
        <pc:spChg chg="add mod">
          <ac:chgData name="Naga Venkata Sasi Kumar Avala" userId="51ad0964f9c9ac42" providerId="LiveId" clId="{AF13C41C-89D5-4E9C-B406-90658D3829B4}" dt="2026-02-23T15:25:23.118" v="439" actId="1076"/>
          <ac:spMkLst>
            <pc:docMk/>
            <pc:sldMk cId="2362938080" sldId="256"/>
            <ac:spMk id="3" creationId="{B567B54C-383C-830E-B3F2-AA7F91B3888B}"/>
          </ac:spMkLst>
        </pc:spChg>
        <pc:spChg chg="add mod">
          <ac:chgData name="Naga Venkata Sasi Kumar Avala" userId="51ad0964f9c9ac42" providerId="LiveId" clId="{AF13C41C-89D5-4E9C-B406-90658D3829B4}" dt="2026-02-23T15:25:31.469" v="441" actId="1076"/>
          <ac:spMkLst>
            <pc:docMk/>
            <pc:sldMk cId="2362938080" sldId="256"/>
            <ac:spMk id="7" creationId="{AE69780D-DFC2-1B8D-3EFD-96942D89A2ED}"/>
          </ac:spMkLst>
        </pc:spChg>
        <pc:spChg chg="add mod">
          <ac:chgData name="Naga Venkata Sasi Kumar Avala" userId="51ad0964f9c9ac42" providerId="LiveId" clId="{AF13C41C-89D5-4E9C-B406-90658D3829B4}" dt="2026-02-23T15:25:39.547" v="443" actId="1076"/>
          <ac:spMkLst>
            <pc:docMk/>
            <pc:sldMk cId="2362938080" sldId="256"/>
            <ac:spMk id="10" creationId="{F29D3F5C-9059-6EF4-90FC-C9312FE49E2B}"/>
          </ac:spMkLst>
        </pc:spChg>
        <pc:spChg chg="add mod">
          <ac:chgData name="Naga Venkata Sasi Kumar Avala" userId="51ad0964f9c9ac42" providerId="LiveId" clId="{AF13C41C-89D5-4E9C-B406-90658D3829B4}" dt="2026-02-23T15:25:45.488" v="445" actId="1076"/>
          <ac:spMkLst>
            <pc:docMk/>
            <pc:sldMk cId="2362938080" sldId="256"/>
            <ac:spMk id="15" creationId="{AF401218-5973-1310-7D71-09B60B983548}"/>
          </ac:spMkLst>
        </pc:spChg>
        <pc:spChg chg="add mod">
          <ac:chgData name="Naga Venkata Sasi Kumar Avala" userId="51ad0964f9c9ac42" providerId="LiveId" clId="{AF13C41C-89D5-4E9C-B406-90658D3829B4}" dt="2026-02-23T15:27:33.301" v="454" actId="1076"/>
          <ac:spMkLst>
            <pc:docMk/>
            <pc:sldMk cId="2362938080" sldId="256"/>
            <ac:spMk id="17" creationId="{8AEACB10-4D2F-CE07-676C-B3CBBFD5046D}"/>
          </ac:spMkLst>
        </pc:spChg>
        <pc:graphicFrameChg chg="add del mod modGraphic">
          <ac:chgData name="Naga Venkata Sasi Kumar Avala" userId="51ad0964f9c9ac42" providerId="LiveId" clId="{AF13C41C-89D5-4E9C-B406-90658D3829B4}" dt="2026-02-23T14:37:39.575" v="275" actId="3680"/>
          <ac:graphicFrameMkLst>
            <pc:docMk/>
            <pc:sldMk cId="2362938080" sldId="256"/>
            <ac:graphicFrameMk id="6" creationId="{285F0184-3EC8-2273-3AC4-6CDB761E81DD}"/>
          </ac:graphicFrameMkLst>
        </pc:graphicFrameChg>
        <pc:picChg chg="add mod">
          <ac:chgData name="Naga Venkata Sasi Kumar Avala" userId="51ad0964f9c9ac42" providerId="LiveId" clId="{AF13C41C-89D5-4E9C-B406-90658D3829B4}" dt="2026-02-23T15:25:28.529" v="440" actId="1076"/>
          <ac:picMkLst>
            <pc:docMk/>
            <pc:sldMk cId="2362938080" sldId="256"/>
            <ac:picMk id="9" creationId="{D80C507F-D2C2-29FD-65C3-C9F4A0BADAD8}"/>
          </ac:picMkLst>
        </pc:picChg>
        <pc:picChg chg="add del mod">
          <ac:chgData name="Naga Venkata Sasi Kumar Avala" userId="51ad0964f9c9ac42" providerId="LiveId" clId="{AF13C41C-89D5-4E9C-B406-90658D3829B4}" dt="2026-02-23T14:59:02.227" v="363" actId="478"/>
          <ac:picMkLst>
            <pc:docMk/>
            <pc:sldMk cId="2362938080" sldId="256"/>
            <ac:picMk id="12" creationId="{C269A949-AD16-ABAE-7AA9-3E0A3F30F2A5}"/>
          </ac:picMkLst>
        </pc:picChg>
        <pc:picChg chg="add mod">
          <ac:chgData name="Naga Venkata Sasi Kumar Avala" userId="51ad0964f9c9ac42" providerId="LiveId" clId="{AF13C41C-89D5-4E9C-B406-90658D3829B4}" dt="2026-02-23T15:25:35.151" v="442" actId="1076"/>
          <ac:picMkLst>
            <pc:docMk/>
            <pc:sldMk cId="2362938080" sldId="256"/>
            <ac:picMk id="14" creationId="{50D84B28-12E8-C898-3BA1-EE70FE98E282}"/>
          </ac:picMkLst>
        </pc:picChg>
        <pc:picChg chg="add mod">
          <ac:chgData name="Naga Venkata Sasi Kumar Avala" userId="51ad0964f9c9ac42" providerId="LiveId" clId="{AF13C41C-89D5-4E9C-B406-90658D3829B4}" dt="2026-02-23T15:25:42.994" v="444" actId="1076"/>
          <ac:picMkLst>
            <pc:docMk/>
            <pc:sldMk cId="2362938080" sldId="256"/>
            <ac:picMk id="16" creationId="{C999554B-3601-9FB9-F944-72BD5DBFCEC0}"/>
          </ac:picMkLst>
        </pc:picChg>
        <pc:picChg chg="add mod">
          <ac:chgData name="Naga Venkata Sasi Kumar Avala" userId="51ad0964f9c9ac42" providerId="LiveId" clId="{AF13C41C-89D5-4E9C-B406-90658D3829B4}" dt="2026-02-23T15:27:38.331" v="456" actId="14100"/>
          <ac:picMkLst>
            <pc:docMk/>
            <pc:sldMk cId="2362938080" sldId="256"/>
            <ac:picMk id="18" creationId="{DBFFE042-03DD-2876-3971-65EFD600BD74}"/>
          </ac:picMkLst>
        </pc:picChg>
        <pc:cxnChg chg="add del mod">
          <ac:chgData name="Naga Venkata Sasi Kumar Avala" userId="51ad0964f9c9ac42" providerId="LiveId" clId="{AF13C41C-89D5-4E9C-B406-90658D3829B4}" dt="2026-02-23T14:32:03.386" v="38" actId="11529"/>
          <ac:cxnSpMkLst>
            <pc:docMk/>
            <pc:sldMk cId="2362938080" sldId="256"/>
            <ac:cxnSpMk id="5" creationId="{BF590BCA-84E6-17A8-1667-3B4FB849109F}"/>
          </ac:cxnSpMkLst>
        </pc:cxnChg>
      </pc:sldChg>
      <pc:sldChg chg="new del">
        <pc:chgData name="Naga Venkata Sasi Kumar Avala" userId="51ad0964f9c9ac42" providerId="LiveId" clId="{AF13C41C-89D5-4E9C-B406-90658D3829B4}" dt="2026-02-23T14:24:51.381" v="1" actId="2696"/>
        <pc:sldMkLst>
          <pc:docMk/>
          <pc:sldMk cId="4033256573" sldId="256"/>
        </pc:sldMkLst>
      </pc:sldChg>
      <pc:sldChg chg="addSp modSp new del mod">
        <pc:chgData name="Naga Venkata Sasi Kumar Avala" userId="51ad0964f9c9ac42" providerId="LiveId" clId="{AF13C41C-89D5-4E9C-B406-90658D3829B4}" dt="2026-02-23T15:27:43.629" v="457" actId="47"/>
        <pc:sldMkLst>
          <pc:docMk/>
          <pc:sldMk cId="525338093" sldId="257"/>
        </pc:sldMkLst>
        <pc:spChg chg="add mod">
          <ac:chgData name="Naga Venkata Sasi Kumar Avala" userId="51ad0964f9c9ac42" providerId="LiveId" clId="{AF13C41C-89D5-4E9C-B406-90658D3829B4}" dt="2026-02-23T14:44:59.170" v="360"/>
          <ac:spMkLst>
            <pc:docMk/>
            <pc:sldMk cId="525338093" sldId="257"/>
            <ac:spMk id="2" creationId="{CC487471-1058-50FE-4CBC-E6359A8E899D}"/>
          </ac:spMkLst>
        </pc:spChg>
        <pc:spChg chg="add mod">
          <ac:chgData name="Naga Venkata Sasi Kumar Avala" userId="51ad0964f9c9ac42" providerId="LiveId" clId="{AF13C41C-89D5-4E9C-B406-90658D3829B4}" dt="2026-02-23T15:22:52.261" v="426" actId="1076"/>
          <ac:spMkLst>
            <pc:docMk/>
            <pc:sldMk cId="525338093" sldId="257"/>
            <ac:spMk id="3" creationId="{E6057793-69CC-C2B6-AE88-6D391548ECA4}"/>
          </ac:spMkLst>
        </pc:spChg>
        <pc:spChg chg="add mod">
          <ac:chgData name="Naga Venkata Sasi Kumar Avala" userId="51ad0964f9c9ac42" providerId="LiveId" clId="{AF13C41C-89D5-4E9C-B406-90658D3829B4}" dt="2026-02-23T15:03:11.740" v="409" actId="14100"/>
          <ac:spMkLst>
            <pc:docMk/>
            <pc:sldMk cId="525338093" sldId="257"/>
            <ac:spMk id="6" creationId="{92F4C7AF-0D42-27F9-492E-1DD6361D49A5}"/>
          </ac:spMkLst>
        </pc:spChg>
        <pc:picChg chg="add mod">
          <ac:chgData name="Naga Venkata Sasi Kumar Avala" userId="51ad0964f9c9ac42" providerId="LiveId" clId="{AF13C41C-89D5-4E9C-B406-90658D3829B4}" dt="2026-02-23T15:03:23.498" v="413" actId="14100"/>
          <ac:picMkLst>
            <pc:docMk/>
            <pc:sldMk cId="525338093" sldId="257"/>
            <ac:picMk id="5" creationId="{8B86A47F-E05F-6B02-5B6C-F1F0A91DC8B0}"/>
          </ac:picMkLst>
        </pc:picChg>
        <pc:picChg chg="add mod">
          <ac:chgData name="Naga Venkata Sasi Kumar Avala" userId="51ad0964f9c9ac42" providerId="LiveId" clId="{AF13C41C-89D5-4E9C-B406-90658D3829B4}" dt="2026-02-23T15:03:17.581" v="411" actId="14100"/>
          <ac:picMkLst>
            <pc:docMk/>
            <pc:sldMk cId="525338093" sldId="257"/>
            <ac:picMk id="8" creationId="{D257999E-5DDE-7A8F-3F13-14DA3044617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799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7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633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62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00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67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76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47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33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50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E2FE0BB-C5A8-4FA9-961F-4256E252975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AF57C5D-7880-4C17-A1DB-14F82C468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0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3F3D00-F3BE-7FB2-5D4A-9A8A23FB1226}"/>
              </a:ext>
            </a:extLst>
          </p:cNvPr>
          <p:cNvSpPr txBox="1"/>
          <p:nvPr/>
        </p:nvSpPr>
        <p:spPr>
          <a:xfrm>
            <a:off x="3677266" y="0"/>
            <a:ext cx="4306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Walmart Sales Dashboard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7B54C-383C-830E-B3F2-AA7F91B3888B}"/>
              </a:ext>
            </a:extLst>
          </p:cNvPr>
          <p:cNvSpPr txBox="1"/>
          <p:nvPr/>
        </p:nvSpPr>
        <p:spPr>
          <a:xfrm>
            <a:off x="1066800" y="602982"/>
            <a:ext cx="9527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💰 Total Sales  | 📈 </a:t>
            </a:r>
            <a:r>
              <a:rPr lang="en-IN" dirty="0" err="1"/>
              <a:t>Avg</a:t>
            </a:r>
            <a:r>
              <a:rPr lang="en-IN" dirty="0"/>
              <a:t> Weekly Sales | 🏆Best store | ⚠️Weakest store | 🎉Holiday boost sales </a:t>
            </a:r>
            <a:br>
              <a:rPr lang="en-IN" dirty="0"/>
            </a:br>
            <a:r>
              <a:rPr lang="en-IN" dirty="0"/>
              <a:t>       $ 95.50M              $ 1.04M                   Store 20              Store 33              $1.58M (</a:t>
            </a:r>
            <a:r>
              <a:rPr lang="en-IN" dirty="0" err="1"/>
              <a:t>avg</a:t>
            </a:r>
            <a:r>
              <a:rPr lang="en-IN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9780D-DFC2-1B8D-3EFD-96942D89A2ED}"/>
              </a:ext>
            </a:extLst>
          </p:cNvPr>
          <p:cNvSpPr txBox="1"/>
          <p:nvPr/>
        </p:nvSpPr>
        <p:spPr>
          <a:xfrm>
            <a:off x="150339" y="1409738"/>
            <a:ext cx="3460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 Chart – Weekly Sales Trend :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0C507F-D2C2-29FD-65C3-C9F4A0BAD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9" y="2005192"/>
            <a:ext cx="3592897" cy="17430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9D3F5C-9059-6EF4-90FC-C9312FE49E2B}"/>
              </a:ext>
            </a:extLst>
          </p:cNvPr>
          <p:cNvSpPr txBox="1"/>
          <p:nvPr/>
        </p:nvSpPr>
        <p:spPr>
          <a:xfrm>
            <a:off x="4409768" y="1442586"/>
            <a:ext cx="33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Sales by Store :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D84B28-12E8-C898-3BA1-EE70FE98E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219" y="2005191"/>
            <a:ext cx="3642622" cy="17430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F401218-5973-1310-7D71-09B60B983548}"/>
              </a:ext>
            </a:extLst>
          </p:cNvPr>
          <p:cNvSpPr txBox="1"/>
          <p:nvPr/>
        </p:nvSpPr>
        <p:spPr>
          <a:xfrm>
            <a:off x="8259098" y="1389237"/>
            <a:ext cx="312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Monthly Sales :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99554B-3601-9FB9-F944-72BD5DBFC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794" y="2005191"/>
            <a:ext cx="4019477" cy="19880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AEACB10-4D2F-CE07-676C-B3CBBFD5046D}"/>
              </a:ext>
            </a:extLst>
          </p:cNvPr>
          <p:cNvSpPr txBox="1"/>
          <p:nvPr/>
        </p:nvSpPr>
        <p:spPr>
          <a:xfrm>
            <a:off x="174344" y="4895522"/>
            <a:ext cx="3502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Temperature vs Weekly Sales 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FFE042-03DD-2876-3971-65EFD600BD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215" y="4083563"/>
            <a:ext cx="3065785" cy="255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3808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63</TotalTime>
  <Words>60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Venkata Sasi Kumar Avala</dc:creator>
  <cp:lastModifiedBy>Naga Venkata Sasi Kumar Avala</cp:lastModifiedBy>
  <cp:revision>1</cp:revision>
  <dcterms:created xsi:type="dcterms:W3CDTF">2026-02-23T14:24:41Z</dcterms:created>
  <dcterms:modified xsi:type="dcterms:W3CDTF">2026-02-23T15:27:45Z</dcterms:modified>
</cp:coreProperties>
</file>